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solidFill>
            <a:srgbClr val="143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80160" y="1554480"/>
            <a:ext cx="960120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80160" y="4663440"/>
            <a:ext cx="960120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292840" y="5989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0" y="502920"/>
            <a:ext cx="146304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جلسه دفاع پایان‌نامه کارشناسی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0881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سامانه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تشخیص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و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شناسایی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چهره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انسان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مبتنی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بر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YOLO11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 –  ردیابی </a:t>
            </a:r>
            <a:r>
              <a:rPr lang="fa-IR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چندشیء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lang="fa-IR" sz="130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  شناسایی چهره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- 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</a:t>
            </a:r>
            <a:endParaRPr sz="1300" b="0" dirty="0">
              <a:solidFill>
                <a:srgbClr val="C8DAE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164739"/>
            <a:ext cx="1069848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دانشج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و:	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یمان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استاد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راهنما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		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دکتر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دانشکده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مهندسی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کامپیوتر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فناوری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اطلاعات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-</a:t>
            </a:r>
            <a:r>
              <a:rPr lang="fa-IR" sz="150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pic>
        <p:nvPicPr>
          <p:cNvPr id="17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4A83296A-1419-5336-40E0-572E0EADD05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3819906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فهرست مطالب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69848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 و اهداف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61304" y="109728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3776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و مرور روش‌ها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2024" y="233172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69848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9848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 end-to-end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61304" y="233172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3776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22024" y="356616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69848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9848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 آموزش و نتایج کمی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61304" y="356616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93776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3776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نمودارها و ارزیابی کیفی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622024" y="480060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69848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9848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پیاده‌سازی، ردیابی و چهره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861304" y="480060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93776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3776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محدودیت‌ها، آینده و جمع‌بندی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88136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 عملی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سامانه‌های نظارتی به یافتن انسان در هر فریم، حفظ هویت زمانی و مقایسه چهره با گالری نیاز دارند.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61304" y="109728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 دقت–سرعت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روش‌های چندمرحله‌ای سنتی برای پردازش نزدیک به بلادرنگ مناسب نیستند.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22024" y="356616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8136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خانواده YOLO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C3k2، SPPF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وC2PSA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می‌دهد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61304" y="356616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064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چالش‌های واقعی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ازدحام، انسداد جزئی، تغییر مقیاس و نیاز به pipeline قابل بازتولید.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اهداف پروژه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561320" y="11978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61320" y="12527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161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شخص (person) با YOLO11n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1978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2527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8745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76304" y="187452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61320" y="202082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61320" y="207568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3911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پایدار چندشیء با ByteTrack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02082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07568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9748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576304" y="269748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61320" y="284378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61320" y="289864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6207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 اختیاری با DeepFace (Facenet512)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284378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89864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576304" y="352044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561320" y="366674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372160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68503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FastAPI + استریم MJPEG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58200" y="366674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372160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34340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576304" y="434340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61320" y="448970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61320" y="454456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50799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روی CrowdHuman (person_yolo11n)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448970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454456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 </a:t>
            </a:r>
            <a:r>
              <a:rPr lang="fa-IR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0.585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1663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576304" y="51663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0561320" y="53126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61320" y="53675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3309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 hyperparameterها و بازتولیدپذیری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58200" y="53126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53675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+ مرور روش‌ها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8140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شیء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Two-stage (Faster R-CNN):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دقیق‌تر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اما کندتر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Single-stage (YOLO/SSD):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 بلادرنگ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anchor،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سبک و سریع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C3k2، SPPF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C2PSA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27848" y="109728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SORT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DeepSORT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مبتنی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Kalman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کم‌اطمینان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گزینه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جایگزین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ظاهر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اضافه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post-processing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416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600200"/>
            <a:ext cx="3383280" cy="174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Embedding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هایی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مانند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استنتاج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5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مرجع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198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0198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14206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4206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342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ورودی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342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lang="fa-IR" sz="12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|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ب‌کم</a:t>
            </a:r>
            <a:endParaRPr sz="12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200"/>
              </a:spcAft>
            </a:pP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OpenCV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167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742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0742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4750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750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886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886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classes=[0]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711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286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1286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5294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5294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430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30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255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1830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1830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55838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5838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974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974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799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74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374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36382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6382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18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18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18140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667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 تشخیص / ردیابی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069080"/>
            <a:ext cx="3383280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HumanDetectorTracker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detector.py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del.track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classes=[0]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,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persist=True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Track 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2976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927848" y="3566160"/>
            <a:ext cx="73152" cy="256032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3712464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(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4348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Facenet512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گالری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(۵ تصویر)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شباهت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114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+ مدل پایه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/video - 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به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مرورگر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YOLO11n ≈ 2.6M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پارامتر، 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6 / 22</a:t>
            </a:r>
            <a:endParaRPr sz="10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دلایل انتخاب و آماده‌سازی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bbox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عابر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بدیل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← YOLO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convert_crowdhuman.py</a:t>
            </a: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۰ = person؛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تقسیم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train/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رسمی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Pretrain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COCO؛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سپس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اختصاصی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۱۵۳۲  | 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۳۸۳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۱۵۳۲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5256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۳۸۳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105156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art_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707" y="1453896"/>
            <a:ext cx="4131105" cy="4517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1124712"/>
            <a:ext cx="5440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توزیع</a:t>
            </a:r>
            <a:r>
              <a:rPr sz="1100" b="1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/ 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person_yolo11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n</a:t>
            </a:r>
            <a:endParaRPr sz="2200" b="1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838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yolo11n.pt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person_yolo11n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imgsz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۶۴۰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97680" y="233172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optimizer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auto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lr0 / lrf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0.01 / 0.01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97680" y="356616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805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mosaic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1.0 (close_mosaic=10)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14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38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838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patience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297680" y="480060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805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 تقریبی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۱۷٫۳ دقیقه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114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43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weights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best.pt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6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2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8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84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6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2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1" grpId="0" animBg="1"/>
      <p:bldP spid="13" grpId="0"/>
      <p:bldP spid="14" grpId="0"/>
      <p:bldP spid="15" grpId="0" animBg="1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نتایج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کمی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8972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8116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8116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</a:t>
            </a:r>
            <a:r>
              <a:rPr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poch</a:t>
            </a:r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۴۹</a:t>
            </a:r>
            <a:endParaRPr sz="1100" b="0" dirty="0">
              <a:solidFill>
                <a:srgbClr val="1F8A9D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mAP50-95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5508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900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۰٫۷۳۹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۵۰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51760"/>
            <a:ext cx="11338560" cy="3429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art_kpi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176" y="3054096"/>
            <a:ext cx="5417166" cy="29169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2920" y="27249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مقایسه معیارهای کلیدی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 نسبت به شروع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69494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74501"/>
            <a:ext cx="6729984" cy="347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6766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شروع</a:t>
            </a:r>
            <a:r>
              <a:rPr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پایان</a:t>
            </a:r>
            <a:endParaRPr sz="110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589520" y="1051560"/>
            <a:ext cx="41605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128016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خلاصه بهبود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7451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201167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0.456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0.585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818120" y="260603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274319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mAP50-95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0.225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0.334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333755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347471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Precision </a:t>
            </a:r>
            <a:r>
              <a:rPr lang="en-US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≈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0.739 </a:t>
            </a:r>
          </a:p>
          <a:p>
            <a:pPr algn="ctr"/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818120" y="406907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420623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Recall ≈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0.504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59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93775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≈ ۱۷٫۳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دقیقه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mAP در طول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ma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mAP50-95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۵۰ epoch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Precision و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p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Precision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توابع زیان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70543"/>
            <a:ext cx="11119104" cy="388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 زیان‌های box / cls / dfl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منحنی‌های Precision–Recall و F1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ox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80616"/>
            <a:ext cx="5495544" cy="3663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BoxPR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oxF1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926336"/>
            <a:ext cx="5358384" cy="3572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051560"/>
            <a:ext cx="8869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336" y="1453896"/>
            <a:ext cx="602284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112471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نرمال‌شده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نمونه‌های اعتبارسنجی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138219"/>
            <a:ext cx="5495544" cy="3148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val_batch0_pred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l_batch1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177510"/>
            <a:ext cx="5358384" cy="3069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val_batch1_pred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16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 استنتاج واقعی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76809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us_det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14" y="1453896"/>
            <a:ext cx="3387852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7498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bus_detected – وزن best.pt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051560"/>
            <a:ext cx="34747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نکات استنتاج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15468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خروجی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وزن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best.pt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نمایش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واقعی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وب‌کم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مدل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می‌کند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 و بازتولید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835640" y="117957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35640" y="12344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14300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setup-train.ps1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آماده‌سازی محیط و وابستگی‌ها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56232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835640" y="198424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35640" y="20391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947672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download_dataset.ps1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21992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دانلود CrowdHuman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4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835640" y="2788920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35640" y="28437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752344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convert_crowdhuman.py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26664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تبدیل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فرمت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65576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35640" y="3593592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35640" y="3648456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557016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train_yolo11.ps1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31336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 YOLO11n – person_yolo11n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270248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835640" y="4398264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835640" y="4453128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61688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export_metrics.py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36008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استخراج معیارها و نمودارها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835640" y="520293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35640" y="525780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run.py + .env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4068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 YOLO_MODEL=…/best.pt و اجرا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 و شناسایی چهره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31168" y="105156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آموزش اضافه؛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post-processing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 حتی با انسداد کوتاه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کیفیت وابسته به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confidence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FPS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به‌عنوان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جایگزین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Kalman + appearance)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فعال‌سازی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از طریق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yaml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در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Ultralytics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61888" y="105156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lang="en-US"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eepFace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1554480"/>
            <a:ext cx="5257800" cy="1941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پیش‌آموزش‌دیده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صفر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»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ناشنا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«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پذیرش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تست‌ها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</a:p>
          <a:p>
            <a:pPr algn="ctr">
              <a:spcAft>
                <a:spcPts val="700"/>
              </a:spcAft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smoke_test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PASS</a:t>
            </a:r>
            <a:b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</a:b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 =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 و کارهای آینده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051560"/>
            <a:ext cx="544068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983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7492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وابستگی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سنگین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TensorFlow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دارد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عمدتاً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یک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کلاینت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همزمان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ROI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صورت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ارتقای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بیشتر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نیازمند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GPU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قوی‌تر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بسیار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همچنان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چالش‌برانگیزند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051560"/>
            <a:ext cx="557784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پیشنهادات آینده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521208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دانشگاه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محیط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هدف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استقرار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باTensorRT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یاONNX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تأخیر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Re-ID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چنددوربینه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چارچوب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اجرا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Jetson / Raspberry Pi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داشبورد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تحلیل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رفتار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تراکم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جمعیت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نتیجه‌گیری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16128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عملی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انسان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به‌همراه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6304" y="201168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2140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موفق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CrowdHuman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 و mAP50-95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7180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576304" y="297180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08152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مدرن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anchor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hyperparameter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مشاهده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 </a:t>
            </a: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شده‌اند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393192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576304" y="393192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04164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بازتولیدپذیری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43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اسکریپت‌های راه‌اندازی و آموزش، تکرار نتایج را ممکن می‌کنند.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9204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76304" y="489204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0176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اهداف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محقق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850392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36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 سپاس از توجه شما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پاسخگویی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پرسش‌ها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هستم</a:t>
            </a:r>
            <a:endParaRPr sz="1800" b="0" dirty="0">
              <a:solidFill>
                <a:srgbClr val="B0C4D8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4069080"/>
            <a:ext cx="850392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ایمان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کتر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7A96B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 + ByteTrack + DeepFace (Facenet512) + FastAPI MJPEG</a:t>
            </a:r>
          </a:p>
        </p:txBody>
      </p:sp>
      <p:pic>
        <p:nvPicPr>
          <p:cNvPr id="13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FC92A5E6-EFB4-1448-4E59-E2FA26C3FC0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5687568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1276</Words>
  <Application>Microsoft Office PowerPoint</Application>
  <PresentationFormat>Widescreen</PresentationFormat>
  <Paragraphs>277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Traditional Arabic</vt:lpstr>
      <vt:lpstr>Vazir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Iman Ahmadi</cp:lastModifiedBy>
  <cp:revision>78</cp:revision>
  <dcterms:created xsi:type="dcterms:W3CDTF">2013-01-27T09:14:16Z</dcterms:created>
  <dcterms:modified xsi:type="dcterms:W3CDTF">2026-10-04T09:57:30Z</dcterms:modified>
  <cp:category/>
</cp:coreProperties>
</file>